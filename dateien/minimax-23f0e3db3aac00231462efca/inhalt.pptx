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bholzkonzept.wordpress.com/2026/10/25/aussteifung-installationsfuehrung-holzbau-vergleich/" TargetMode="External"/><Relationship Id="rId3" Type="http://schemas.openxmlformats.org/officeDocument/2006/relationships/hyperlink" Target="https://holzundhaus.github.io/bbholzkonzept/dateien/minimax-23f0e3db3aac00231462efc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Aussteifung und Installationsführung: was Bauweise und Grundriss im Holzbau verbindet · Erklärende Präsentation</a:t>
            </a:r>
          </a:p>
        </p:txBody>
      </p:sp>
      <p:sp>
        <p:nvSpPr>
          <p:cNvPr id="3" name="Content Placeholder 2"/>
          <p:cNvSpPr>
            <a:spLocks noGrp="1"/>
          </p:cNvSpPr>
          <p:nvPr>
            <p:ph idx="1"/>
          </p:nvPr>
        </p:nvSpPr>
        <p:spPr/>
        <p:txBody>
          <a:bodyPr/>
          <a:lstStyle/>
          <a:p>
            <a:r>
              <a:t>Überblick: Ein Carport, eine Terrassenüberdachung und die dazugehörige Regenwasserführung verändern die Planung eines Holzhauses, sobald Außenflächen und Gebäudeanschlüsse miteinander gedacht werden. Der [Passende Beitrag zu Regenwasser, Carport und Terrassenüberdachung in Essen](https://holzundhaus.github.io/1aholzbauessen/satellite-publisher/regenwasser-carport-terrassenueberdachung-essen/) greift dieses Thema auf. Entscheidend ist die Frage, welche Anschlüsse, Leitungswege und baulichen Übergänge bereits bei Grundriss und Wandaufbau berücksichtigt werden müssen. So lassen sich sichtbare Holzflächen, sichtbare Installationspunkte und später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Planung mit dem Grundriss beginnt</a:t>
            </a:r>
          </a:p>
        </p:txBody>
      </p:sp>
      <p:sp>
        <p:nvSpPr>
          <p:cNvPr id="3" name="Content Placeholder 2"/>
          <p:cNvSpPr>
            <a:spLocks noGrp="1"/>
          </p:cNvSpPr>
          <p:nvPr>
            <p:ph idx="1"/>
          </p:nvPr>
        </p:nvSpPr>
        <p:spPr/>
        <p:txBody>
          <a:bodyPr/>
          <a:lstStyle/>
          <a:p>
            <a:pPr>
              <a:defRPr sz="1800"/>
            </a:pPr>
            <a:r>
              <a:t>Grundriss, Bauweise und Installationsführung gehören in Holzgebäuden unmittelbar zusammen. Große Öffnungen, weit gespannte Räume und wenige Innenwände beeinflussen, wo ein durchgängiger Lastweg und räumliche Stabilität möglich sind. Im Holzrahmenbau bilden Ständer, Riegel und aussteifende Beplankung ein System; im Massivholzbau wirken miteinander verbundene Holzlagen flächig. Eine Außenkonstruktion wie ein Carport oder eine Terrassenüberdachung sollte deshalb nicht isoliert betrachtet werden. Bereits im Entwurf ist zu klären, welche Anschlüsse an das Gebäude geplant sind und welche Flächen später nicht oder nur eingeschränkt verändert werden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Planung mit dem Grundriss beginnt</a:t>
            </a:r>
          </a:p>
        </p:txBody>
      </p:sp>
      <p:sp>
        <p:nvSpPr>
          <p:cNvPr id="3" name="Content Placeholder 2"/>
          <p:cNvSpPr>
            <a:spLocks noGrp="1"/>
          </p:cNvSpPr>
          <p:nvPr>
            <p:ph idx="1"/>
          </p:nvPr>
        </p:nvSpPr>
        <p:spPr/>
        <p:txBody>
          <a:bodyPr/>
          <a:lstStyle/>
          <a:p>
            <a:pPr>
              <a:defRPr sz="1800"/>
            </a:pPr>
            <a:r>
              <a:t>können.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Leitungswege früh in die Wandplanung einbeziehen</a:t>
            </a:r>
          </a:p>
        </p:txBody>
      </p:sp>
      <p:sp>
        <p:nvSpPr>
          <p:cNvPr id="3" name="Content Placeholder 2"/>
          <p:cNvSpPr>
            <a:spLocks noGrp="1"/>
          </p:cNvSpPr>
          <p:nvPr>
            <p:ph idx="1"/>
          </p:nvPr>
        </p:nvSpPr>
        <p:spPr/>
        <p:txBody>
          <a:bodyPr/>
          <a:lstStyle/>
          <a:p>
            <a:pPr>
              <a:defRPr sz="1800"/>
            </a:pPr>
            <a:r>
              <a:t>Elektro- und Sanitärleitungen werden nicht erst nach Abschluss des Innenausbaus festgelegt. Im Holzrahmenbau können Tragstruktur und Dämmung in derselben Ebene liegen, während eine zusätzliche Installationsschicht Leitungen aufnimmt und unnötige Durchdringungen der luftdichten Ebene reduziert. Im Massivholzbau werden Wege im flächigen Tragwerk geführt oder als Vorsatzschale ausgebildet. Für den betrachteten Außenbereich ist deshalb zu prüfen, welche Leitungen zwischen Gebäude, Carport und Terrassenbereich verlaufen sollen. Steigende Leitungen, Steckdosen, Anschlusspunkte und erforderliche Durchbrüche gehören in dieselbe frühe Abstimmung wie 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Leitungswege früh in die Wandplanung einbeziehen</a:t>
            </a:r>
          </a:p>
        </p:txBody>
      </p:sp>
      <p:sp>
        <p:nvSpPr>
          <p:cNvPr id="3" name="Content Placeholder 2"/>
          <p:cNvSpPr>
            <a:spLocks noGrp="1"/>
          </p:cNvSpPr>
          <p:nvPr>
            <p:ph idx="1"/>
          </p:nvPr>
        </p:nvSpPr>
        <p:spPr/>
        <p:txBody>
          <a:bodyPr/>
          <a:lstStyle/>
          <a:p>
            <a:pPr>
              <a:defRPr sz="1800"/>
            </a:pPr>
            <a:r>
              <a:t>ensterpositionen und Wandaufbau.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Sichtbare Holzoberflächen verlangen klare Entscheidungen</a:t>
            </a:r>
          </a:p>
        </p:txBody>
      </p:sp>
      <p:sp>
        <p:nvSpPr>
          <p:cNvPr id="3" name="Content Placeholder 2"/>
          <p:cNvSpPr>
            <a:spLocks noGrp="1"/>
          </p:cNvSpPr>
          <p:nvPr>
            <p:ph idx="1"/>
          </p:nvPr>
        </p:nvSpPr>
        <p:spPr/>
        <p:txBody>
          <a:bodyPr/>
          <a:lstStyle/>
          <a:p>
            <a:pPr>
              <a:defRPr sz="1800"/>
            </a:pPr>
            <a:r>
              <a:t>Wenn Holz sichtbar bleiben soll, wird jeder Ausschnitt Teil der Architektur. Das betrifft auch die Gestaltung rund um Übergänge zwischen Haus, Carport und Terrassenüberdachung. Steckdosenpositionen, Leuchtenanschlüsse und Leitungswege sollten feststehen, bevor die Hülle geschlossen wird. Nachträgliche Fräsungen verändern sichtbare Oberflächen dauerhaft; ergänzte Leitungswege können zusätzliche Vorsatzschalen oder weitere Eingriffe in das Bauteil erfordern. Ein sichtbares Holzbauteil beantwortet dabei weder allein den Feuchteschutz noch die energetische Qualität. Wärmedämmung, Wetterschutz und Anschlüsse bleiben zusätzlich zu planen.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Bauteilgrenzen gemeinsam betrachten</a:t>
            </a:r>
          </a:p>
        </p:txBody>
      </p:sp>
      <p:sp>
        <p:nvSpPr>
          <p:cNvPr id="3" name="Content Placeholder 2"/>
          <p:cNvSpPr>
            <a:spLocks noGrp="1"/>
          </p:cNvSpPr>
          <p:nvPr>
            <p:ph idx="1"/>
          </p:nvPr>
        </p:nvSpPr>
        <p:spPr/>
        <p:txBody>
          <a:bodyPr/>
          <a:lstStyle/>
          <a:p>
            <a:pPr>
              <a:defRPr sz="1800"/>
            </a:pPr>
            <a:r>
              <a:t>Zwischen einem freistehenden Carport, einer Terrassenüberdachung und dem Hauptgebäude bestehen unterschiedliche bauliche und gestalterische Aufgaben. Die Übergänge müssen nicht nur optisch stimmen, sondern auch die spätere Nutzung berücksichtigen. Dazu zählen zugängliche Leitungswege, eindeutige Zuständigkeiten für Wasser- und Elektroanschlüsse sowie die Frage, welche Flächen bei einer späteren Änderung betroffen wären. Für den allgemeinen Vergleich von Aussteifung, Wandstärken und Leitungsführung bietet die [Übersicht zu Aussteifung und Installationsführung im Holzbau](https://bbholzkonzept.wordpress.com/2026/10/25/aussteifung-installationsf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Bauteilgrenzen gemeinsam betrachten</a:t>
            </a:r>
          </a:p>
        </p:txBody>
      </p:sp>
      <p:sp>
        <p:nvSpPr>
          <p:cNvPr id="3" name="Content Placeholder 2"/>
          <p:cNvSpPr>
            <a:spLocks noGrp="1"/>
          </p:cNvSpPr>
          <p:nvPr>
            <p:ph idx="1"/>
          </p:nvPr>
        </p:nvSpPr>
        <p:spPr/>
        <p:txBody>
          <a:bodyPr/>
          <a:lstStyle/>
          <a:p>
            <a:pPr>
              <a:defRPr sz="1800"/>
            </a:pPr>
            <a:r>
              <a:t>uehrung-holzbau-vergleich/) eine Grundlage. Sie ersetzt nicht die projektbezogene Abstimmung, zeigt aber, weshalb Bauweise und Grundriss gemeinsam bewertet werden müssen.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kurze Checkliste vor der Festlegung</a:t>
            </a:r>
          </a:p>
        </p:txBody>
      </p:sp>
      <p:sp>
        <p:nvSpPr>
          <p:cNvPr id="3" name="Content Placeholder 2"/>
          <p:cNvSpPr>
            <a:spLocks noGrp="1"/>
          </p:cNvSpPr>
          <p:nvPr>
            <p:ph idx="1"/>
          </p:nvPr>
        </p:nvSpPr>
        <p:spPr/>
        <p:txBody>
          <a:bodyPr/>
          <a:lstStyle/>
          <a:p>
            <a:pPr>
              <a:defRPr sz="1800"/>
            </a:pPr>
            <a:r>
              <a:t>Vor einer endgültigen Planung lassen sich zentrale Fragen in einer gemeinsamen Runde klären: Welche Verbindungen zwischen Haus, Carport und Terrasse sind vorgesehen? Wo verlaufen Leitungen, und welche Flächen bleiben sichtbar? Welche Anschlüsse benötigen Zugang für Montage oder spätere Wartung? Sind Durchbrüche, Befestigungen oder Aussparungen mit dem gewählten Wandaufbau vereinbar? Wie wirken sich spätere Grundrissänderungen auf bereits definierte Anschlüsse und Oberflächen aus? Schall- und Brandschutz sollten als Eigenschaften des vollständigen Bauteilsystems einschließlich seiner Anschlüsse betrachtet werden. Wer diese Fragen früh beantwor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kurze Checkliste vor der Festlegung</a:t>
            </a:r>
          </a:p>
        </p:txBody>
      </p:sp>
      <p:sp>
        <p:nvSpPr>
          <p:cNvPr id="3" name="Content Placeholder 2"/>
          <p:cNvSpPr>
            <a:spLocks noGrp="1"/>
          </p:cNvSpPr>
          <p:nvPr>
            <p:ph idx="1"/>
          </p:nvPr>
        </p:nvSpPr>
        <p:spPr/>
        <p:txBody>
          <a:bodyPr/>
          <a:lstStyle/>
          <a:p>
            <a:pPr>
              <a:defRPr sz="1800"/>
            </a:pPr>
            <a:r>
              <a:t>tet und Grundriss, Bauweise, Leitungsführung sowie Ausbauumfang gemeinsam gegenüberstellt, schafft eine belastbare Grundlage für die weitere Planung.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Aussteifung und Installationsführung: was Bauweise und Grundriss im Holzbau verbindet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